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1148085908000" cy="128016"/>
          </a:xfrm>
          <a:prstGeom prst="rect">
            <a:avLst/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554480"/>
            <a:ext cx="3931920" cy="3931920"/>
          </a:xfrm>
          <a:prstGeom prst="ellipse">
            <a:avLst/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371600" y="4754880"/>
            <a:ext cx="3566160" cy="356616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LEISH.MY · LAUNCH MARKETING PLAN · 90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Low Budget (Bootstrap)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9CA3AF"/>
                </a:solidFill>
                <a:latin typeface="Calibri"/>
              </a:rPr>
              <a:t>Never DM for a Date Again. — official launch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October 5,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611880"/>
            <a:ext cx="3291840" cy="1051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65A3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67328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CA3AF"/>
                </a:solidFill>
                <a:latin typeface="Calibri"/>
              </a:rPr>
              <a:t>TOTAL BUDGET</a:t>
            </a:r>
          </a:p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RM 10,000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611880"/>
            <a:ext cx="3749039" cy="1051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767328"/>
            <a:ext cx="3383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CA3AF"/>
                </a:solidFill>
                <a:latin typeface="Calibri"/>
              </a:rPr>
              <a:t>DAY-90 HEADLINE</a:t>
            </a:r>
          </a:p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300 clients · 25 artists · 6–10 bookings/wk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611880"/>
            <a:ext cx="3291840" cy="1051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767328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CA3AF"/>
                </a:solidFill>
                <a:latin typeface="Calibri"/>
              </a:rPr>
              <a:t>LAUNCH DATE</a:t>
            </a:r>
          </a:p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Oct 5,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CA3AF"/>
                </a:solidFill>
                <a:latin typeface="Calibri"/>
              </a:rPr>
              <a:t>Founder-led quiet launch. Community, artist network, referrals and barter — near-zero paid. The goal is proof of unit economics, not scale.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The Play — Low Budget (Bootstrap)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3886200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6616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Proof, not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Hit consistent weekly bookings at CAC ≤ RM 15 and artist retention ≥ 80% → unlock the Medium plan (RM 40k) for Q1'27 CNY season.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828800"/>
            <a:ext cx="3566160" cy="3886200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828800"/>
            <a:ext cx="3566160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2240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B2777"/>
                </a:solidFill>
                <a:latin typeface="Calibri"/>
              </a:rPr>
              <a:t>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6060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Quiet soft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No event, no paid splash: waitlist email + organic posts + LEISH30 on Oct 5. Growth via bridal FB groups, campus and co-hosted pop-up.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828800"/>
            <a:ext cx="3566160" cy="38862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828800"/>
            <a:ext cx="356616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GROWTH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6060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People over 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Artist share links (built into the product), referral from Day 1, nano-KOL barter, UGC contests. RM 2.5k retargeting only — no prospecting.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989320"/>
            <a:ext cx="11091672" cy="384048"/>
          </a:xfrm>
          <a:prstGeom prst="roundRect">
            <a:avLst>
              <a:gd name="adj" fmla="val 50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1091672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65A30D"/>
                </a:solidFill>
                <a:latin typeface="Calibri"/>
              </a:rPr>
              <a:t>Artist gate: 20 bookable artists by Sep 28 · Offers: LEISH30 cap 100 · Free 6-month Pro for artists (compensates for lower traffic)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RM 10,000 ·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Budget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56231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Community &amp; events (co-hosted pop-up, campus, giveaways)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856231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3,000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11095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1911095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78440" y="1856231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6829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Meta ads — retargeting only (from week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368296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2,500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423160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0" y="2423160"/>
            <a:ext cx="708660" cy="219456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78440" y="2368296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Nano KOLs — barter + commission (no big flat fees)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88036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1,500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935224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2935224"/>
            <a:ext cx="425196" cy="21945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288036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9242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Artist acquisition (referral fees RM100 × 10)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392424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1,000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447288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3447288"/>
            <a:ext cx="283464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78440" y="339242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0448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Tools &amp; design (Canva Pro, stock, ad tools)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9044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1,000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3959352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06640" y="3959352"/>
            <a:ext cx="283464" cy="219456"/>
          </a:xfrm>
          <a:prstGeom prst="roundRect">
            <a:avLst>
              <a:gd name="adj" fmla="val 50000"/>
            </a:avLst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78440" y="39044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Contingency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41655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1,000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4471416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06640" y="4471416"/>
            <a:ext cx="283464" cy="219456"/>
          </a:xfrm>
          <a:prstGeom prst="roundRect">
            <a:avLst>
              <a:gd name="adj" fmla="val 50000"/>
            </a:avLst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78440" y="4416552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10%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Payback logic: 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Organic-heavy CAC ≤ RM 15 → LTV RM 90–150 = 6–10x LTV:CAC. Paid is retargeting-only (closing), never prospecting, at this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NORTH-STAR METRIC: COMPLETED BOOKINGS PER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Day-90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91440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E11D48"/>
                </a:solidFill>
                <a:latin typeface="Georgia"/>
              </a:rPr>
              <a:t>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Registered clients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8288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828800"/>
            <a:ext cx="91440" cy="12344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DB2777"/>
                </a:solidFill>
                <a:latin typeface="Georgia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606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Active artists &amp; studios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8288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1828800"/>
            <a:ext cx="91440" cy="1234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8B5CF6"/>
                </a:solidFill>
                <a:latin typeface="Georgia"/>
              </a:rPr>
              <a:t>6–10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606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Bookings / week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004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91440" cy="1234440"/>
          </a:xfrm>
          <a:prstGeom prst="rect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3649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E9492"/>
                </a:solidFill>
                <a:latin typeface="Georgia"/>
              </a:rPr>
              <a:t>RM 1.8–3k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776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GMV / week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32004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3200400"/>
            <a:ext cx="91440" cy="1234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1" y="33649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D97706"/>
                </a:solidFill>
                <a:latin typeface="Georgia"/>
              </a:rPr>
              <a:t>≤ RM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1" y="39776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Blended CAC (organic-heavy)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32004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0144" y="3200400"/>
            <a:ext cx="91440" cy="1234440"/>
          </a:xfrm>
          <a:prstGeom prst="rect">
            <a:avLst/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3" y="33649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65A30D"/>
                </a:solidFill>
                <a:latin typeface="Georgia"/>
              </a:rPr>
              <a:t>1,200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39776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Email 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66344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PROGRESSION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48640" y="4983480"/>
          <a:ext cx="11082528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764792"/>
                <a:gridCol w="1764792"/>
                <a:gridCol w="1764792"/>
                <a:gridCol w="1764792"/>
              </a:tblGrid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Pre-launch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 30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 60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 90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Waitlist / clients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400 waitlist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220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Weekly bookings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3–4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5–7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6–10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Commission / wk (20%)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RM 180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RM 300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RM 360–600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Email list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Social following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1,800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Four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27432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11D48"/>
                </a:solidFill>
                <a:latin typeface="Calibri"/>
              </a:rPr>
              <a:t>PHASE 0 · PRE-LAUNCH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7280"/>
                </a:solidFill>
                <a:latin typeface="Calibri"/>
              </a:rPr>
              <a:t>Aug 10 – Oct 4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17296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10896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Green-light Aug 10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90448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8404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Waitlist live Sep 7 (RM30 offer)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63600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57200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20 anchor artists, founder concierge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536752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30352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Founder content 3x/wk</a:t>
            </a:r>
          </a:p>
        </p:txBody>
      </p:sp>
      <p:sp>
        <p:nvSpPr>
          <p:cNvPr id="18" name="Oval 17"/>
          <p:cNvSpPr/>
          <p:nvPr/>
        </p:nvSpPr>
        <p:spPr>
          <a:xfrm>
            <a:off x="804672" y="609904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603504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No paid before Day 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1874519"/>
            <a:ext cx="2743200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9312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B2777"/>
                </a:solidFill>
                <a:latin typeface="Calibri"/>
              </a:rPr>
              <a:t>PHASE 1 · SOFT LAUNCH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7280"/>
                </a:solidFill>
                <a:latin typeface="Calibri"/>
              </a:rPr>
              <a:t>Oct 5 – 11</a:t>
            </a:r>
          </a:p>
        </p:txBody>
      </p:sp>
      <p:sp>
        <p:nvSpPr>
          <p:cNvPr id="24" name="Oval 23"/>
          <p:cNvSpPr/>
          <p:nvPr/>
        </p:nvSpPr>
        <p:spPr>
          <a:xfrm>
            <a:off x="3666744" y="317296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9624" y="310896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Quiet launch: waitlist email + organic</a:t>
            </a:r>
          </a:p>
        </p:txBody>
      </p:sp>
      <p:sp>
        <p:nvSpPr>
          <p:cNvPr id="26" name="Oval 25"/>
          <p:cNvSpPr/>
          <p:nvPr/>
        </p:nvSpPr>
        <p:spPr>
          <a:xfrm>
            <a:off x="3666744" y="390448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9624" y="38404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LEISH30 live (cap 100)</a:t>
            </a:r>
          </a:p>
        </p:txBody>
      </p:sp>
      <p:sp>
        <p:nvSpPr>
          <p:cNvPr id="28" name="Oval 27"/>
          <p:cNvSpPr/>
          <p:nvPr/>
        </p:nvSpPr>
        <p:spPr>
          <a:xfrm>
            <a:off x="3666744" y="463600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9624" y="457200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Referral live Day 1 (RM15/RM15)</a:t>
            </a:r>
          </a:p>
        </p:txBody>
      </p:sp>
      <p:sp>
        <p:nvSpPr>
          <p:cNvPr id="30" name="Oval 29"/>
          <p:cNvSpPr/>
          <p:nvPr/>
        </p:nvSpPr>
        <p:spPr>
          <a:xfrm>
            <a:off x="3666744" y="536752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9624" y="530352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Pitch 5 wedding bloggers (free)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2783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72783" y="1874519"/>
            <a:ext cx="274320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1383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8B5CF6"/>
                </a:solidFill>
                <a:latin typeface="Calibri"/>
              </a:rPr>
              <a:t>PHASE 2 · COMMUNITY GROWTH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1383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7280"/>
                </a:solidFill>
                <a:latin typeface="Calibri"/>
              </a:rPr>
              <a:t>Oct 12 – Dec 31</a:t>
            </a:r>
          </a:p>
        </p:txBody>
      </p:sp>
      <p:sp>
        <p:nvSpPr>
          <p:cNvPr id="36" name="Oval 35"/>
          <p:cNvSpPr/>
          <p:nvPr/>
        </p:nvSpPr>
        <p:spPr>
          <a:xfrm>
            <a:off x="6528816" y="317296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11696" y="310896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Bridal FB groups daily (value posts)</a:t>
            </a:r>
          </a:p>
        </p:txBody>
      </p:sp>
      <p:sp>
        <p:nvSpPr>
          <p:cNvPr id="38" name="Oval 37"/>
          <p:cNvSpPr/>
          <p:nvPr/>
        </p:nvSpPr>
        <p:spPr>
          <a:xfrm>
            <a:off x="6528816" y="390448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11696" y="38404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1 co-hosted pop-up (RM 1.5k)</a:t>
            </a:r>
          </a:p>
        </p:txBody>
      </p:sp>
      <p:sp>
        <p:nvSpPr>
          <p:cNvPr id="40" name="Oval 39"/>
          <p:cNvSpPr/>
          <p:nvPr/>
        </p:nvSpPr>
        <p:spPr>
          <a:xfrm>
            <a:off x="6528816" y="463600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57200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Nano-KOL barter + UGC contest</a:t>
            </a:r>
          </a:p>
        </p:txBody>
      </p:sp>
      <p:sp>
        <p:nvSpPr>
          <p:cNvPr id="42" name="Oval 41"/>
          <p:cNvSpPr/>
          <p:nvPr/>
        </p:nvSpPr>
        <p:spPr>
          <a:xfrm>
            <a:off x="6528816" y="536752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11696" y="530352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1 blog/mo long-tail SEO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34855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34855" y="1874519"/>
            <a:ext cx="2743200" cy="128016"/>
          </a:xfrm>
          <a:prstGeom prst="rect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63455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9492"/>
                </a:solidFill>
                <a:latin typeface="Calibri"/>
              </a:rPr>
              <a:t>PHASE 3 · CHECKPOINT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63455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7280"/>
                </a:solidFill>
                <a:latin typeface="Calibri"/>
              </a:rPr>
              <a:t>Jan 2027</a:t>
            </a:r>
          </a:p>
        </p:txBody>
      </p:sp>
      <p:sp>
        <p:nvSpPr>
          <p:cNvPr id="48" name="Oval 47"/>
          <p:cNvSpPr/>
          <p:nvPr/>
        </p:nvSpPr>
        <p:spPr>
          <a:xfrm>
            <a:off x="9390887" y="3172968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73767" y="310896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≥8 bookings/wk + CAC ≤ RM 15 +</a:t>
            </a:r>
          </a:p>
        </p:txBody>
      </p:sp>
      <p:sp>
        <p:nvSpPr>
          <p:cNvPr id="50" name="Oval 49"/>
          <p:cNvSpPr/>
          <p:nvPr/>
        </p:nvSpPr>
        <p:spPr>
          <a:xfrm>
            <a:off x="9390887" y="3904488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73767" y="38404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artist retention ≥ 80% →</a:t>
            </a:r>
          </a:p>
        </p:txBody>
      </p:sp>
      <p:sp>
        <p:nvSpPr>
          <p:cNvPr id="52" name="Oval 51"/>
          <p:cNvSpPr/>
          <p:nvPr/>
        </p:nvSpPr>
        <p:spPr>
          <a:xfrm>
            <a:off x="9390887" y="4636008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73767" y="457200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move to Medium (RM 40k)</a:t>
            </a:r>
          </a:p>
        </p:txBody>
      </p:sp>
      <p:sp>
        <p:nvSpPr>
          <p:cNvPr id="54" name="Oval 53"/>
          <p:cNvSpPr/>
          <p:nvPr/>
        </p:nvSpPr>
        <p:spPr>
          <a:xfrm>
            <a:off x="9390887" y="5367528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73767" y="530352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for Q1'27 CNY season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CHANNEL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Owned · Paid · 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39312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39312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488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11D48"/>
                </a:solidFill>
                <a:latin typeface="Georgia"/>
              </a:rPr>
              <a:t>OWNED FIRST — ~85% OF THE WORK</a:t>
            </a:r>
          </a:p>
        </p:txBody>
      </p:sp>
      <p:sp>
        <p:nvSpPr>
          <p:cNvPr id="9" name="Oval 8"/>
          <p:cNvSpPr/>
          <p:nvPr/>
        </p:nvSpPr>
        <p:spPr>
          <a:xfrm>
            <a:off x="841247" y="2679192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60604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IG — 3 posts + daily stories + 1 reel / wk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7" y="326440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191256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TikTok — 1–2 founder reels / wk</a:t>
            </a:r>
          </a:p>
        </p:txBody>
      </p:sp>
      <p:sp>
        <p:nvSpPr>
          <p:cNvPr id="13" name="Oval 12"/>
          <p:cNvSpPr/>
          <p:nvPr/>
        </p:nvSpPr>
        <p:spPr>
          <a:xfrm>
            <a:off x="841247" y="3849624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776472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FB + bridal/beauty groups — daily, value-first</a:t>
            </a:r>
          </a:p>
        </p:txBody>
      </p:sp>
      <p:sp>
        <p:nvSpPr>
          <p:cNvPr id="15" name="Oval 14"/>
          <p:cNvSpPr/>
          <p:nvPr/>
        </p:nvSpPr>
        <p:spPr>
          <a:xfrm>
            <a:off x="841247" y="4434840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361688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Email (Brevo) — sequence + 1 newsletter/mo</a:t>
            </a:r>
          </a:p>
        </p:txBody>
      </p:sp>
      <p:sp>
        <p:nvSpPr>
          <p:cNvPr id="17" name="Oval 16"/>
          <p:cNvSpPr/>
          <p:nvPr/>
        </p:nvSpPr>
        <p:spPr>
          <a:xfrm>
            <a:off x="841247" y="5020055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946903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Artist share links — the #1 acquisition loop</a:t>
            </a:r>
          </a:p>
        </p:txBody>
      </p:sp>
      <p:sp>
        <p:nvSpPr>
          <p:cNvPr id="19" name="Oval 18"/>
          <p:cNvSpPr/>
          <p:nvPr/>
        </p:nvSpPr>
        <p:spPr>
          <a:xfrm>
            <a:off x="841247" y="5605271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532119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Founder LinkedIn — weekly build-in-public posts</a:t>
            </a:r>
          </a:p>
        </p:txBody>
      </p:sp>
      <p:sp>
        <p:nvSpPr>
          <p:cNvPr id="21" name="Oval 20"/>
          <p:cNvSpPr/>
          <p:nvPr/>
        </p:nvSpPr>
        <p:spPr>
          <a:xfrm>
            <a:off x="841247" y="6190487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6117335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SEO — 1 long-tail blog/mo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2" y="1828800"/>
            <a:ext cx="3639312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5112" y="1828800"/>
            <a:ext cx="3639312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1" y="21488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B2777"/>
                </a:solidFill>
                <a:latin typeface="Georgia"/>
              </a:rPr>
              <a:t>PAID — RM 2.5K</a:t>
            </a:r>
          </a:p>
        </p:txBody>
      </p:sp>
      <p:sp>
        <p:nvSpPr>
          <p:cNvPr id="26" name="Oval 25"/>
          <p:cNvSpPr/>
          <p:nvPr/>
        </p:nvSpPr>
        <p:spPr>
          <a:xfrm>
            <a:off x="4617720" y="2679192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260604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Meta retargeting only, from week 2</a:t>
            </a:r>
          </a:p>
        </p:txBody>
      </p:sp>
      <p:sp>
        <p:nvSpPr>
          <p:cNvPr id="28" name="Oval 27"/>
          <p:cNvSpPr/>
          <p:nvPr/>
        </p:nvSpPr>
        <p:spPr>
          <a:xfrm>
            <a:off x="4617720" y="326440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3191256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Audiences: site visitors + waitlist abandoners</a:t>
            </a:r>
          </a:p>
        </p:txBody>
      </p:sp>
      <p:sp>
        <p:nvSpPr>
          <p:cNvPr id="30" name="Oval 29"/>
          <p:cNvSpPr/>
          <p:nvPr/>
        </p:nvSpPr>
        <p:spPr>
          <a:xfrm>
            <a:off x="4617720" y="3849624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776472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Creative: RM30 offer</a:t>
            </a:r>
          </a:p>
        </p:txBody>
      </p:sp>
      <p:sp>
        <p:nvSpPr>
          <p:cNvPr id="32" name="Oval 31"/>
          <p:cNvSpPr/>
          <p:nvPr/>
        </p:nvSpPr>
        <p:spPr>
          <a:xfrm>
            <a:off x="4617720" y="4434840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4361688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No Google · No TikTok ads · No prospecting</a:t>
            </a:r>
          </a:p>
        </p:txBody>
      </p:sp>
      <p:sp>
        <p:nvSpPr>
          <p:cNvPr id="34" name="Oval 33"/>
          <p:cNvSpPr/>
          <p:nvPr/>
        </p:nvSpPr>
        <p:spPr>
          <a:xfrm>
            <a:off x="4617720" y="5020055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4946903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Pause &lt;1.5x ROAS after 2 weeks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1583" y="1828800"/>
            <a:ext cx="3639312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01583" y="1828800"/>
            <a:ext cx="3639312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21488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8B5CF6"/>
                </a:solidFill>
                <a:latin typeface="Georgia"/>
              </a:rPr>
              <a:t>EARNED + COMMUNITY — RM 5.5K</a:t>
            </a:r>
          </a:p>
        </p:txBody>
      </p:sp>
      <p:sp>
        <p:nvSpPr>
          <p:cNvPr id="39" name="Oval 38"/>
          <p:cNvSpPr/>
          <p:nvPr/>
        </p:nvSpPr>
        <p:spPr>
          <a:xfrm>
            <a:off x="8394192" y="2679192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77072" y="260604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Nano KOLs (2k–20k) — barter + 10–15% of GMV</a:t>
            </a:r>
          </a:p>
        </p:txBody>
      </p:sp>
      <p:sp>
        <p:nvSpPr>
          <p:cNvPr id="41" name="Oval 40"/>
          <p:cNvSpPr/>
          <p:nvPr/>
        </p:nvSpPr>
        <p:spPr>
          <a:xfrm>
            <a:off x="8394192" y="326440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77072" y="3191256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Ambassador program — top 10 clients, RM50/mo</a:t>
            </a:r>
          </a:p>
        </p:txBody>
      </p:sp>
      <p:sp>
        <p:nvSpPr>
          <p:cNvPr id="43" name="Oval 42"/>
          <p:cNvSpPr/>
          <p:nvPr/>
        </p:nvSpPr>
        <p:spPr>
          <a:xfrm>
            <a:off x="8394192" y="3849624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77072" y="3776472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1 co-hosted pop-up with partner studio</a:t>
            </a:r>
          </a:p>
        </p:txBody>
      </p:sp>
      <p:sp>
        <p:nvSpPr>
          <p:cNvPr id="45" name="Oval 44"/>
          <p:cNvSpPr/>
          <p:nvPr/>
        </p:nvSpPr>
        <p:spPr>
          <a:xfrm>
            <a:off x="8394192" y="4434840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77072" y="4361688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1 campus pop-up (Cyberjaya)</a:t>
            </a:r>
          </a:p>
        </p:txBody>
      </p:sp>
      <p:sp>
        <p:nvSpPr>
          <p:cNvPr id="47" name="Oval 46"/>
          <p:cNvSpPr/>
          <p:nvPr/>
        </p:nvSpPr>
        <p:spPr>
          <a:xfrm>
            <a:off x="8394192" y="5020055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77072" y="4946903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Bridal FB group giveaways (RM 500)</a:t>
            </a:r>
          </a:p>
        </p:txBody>
      </p:sp>
      <p:sp>
        <p:nvSpPr>
          <p:cNvPr id="49" name="Oval 48"/>
          <p:cNvSpPr/>
          <p:nvPr/>
        </p:nvSpPr>
        <p:spPr>
          <a:xfrm>
            <a:off x="8394192" y="5605271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77072" y="5532119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UGC contest — 5 × RM50 vouchers monthly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LOCK BEFORE DAY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Launch Offers &amp; Promotions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864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11D48"/>
                </a:solidFill>
                <a:latin typeface="Calibri"/>
              </a:rPr>
              <a:t>CLIENT SIDE (DEMAND)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0604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1576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LEISH30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RM30 off first booking · cap 100 · valid to Day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593592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Refer-a-friend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50791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RM15 credit each · live from Day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581144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9087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UGC contest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383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5 × RM50 vouchers · monthly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28800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828800"/>
            <a:ext cx="548640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103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B5CF6"/>
                </a:solidFill>
                <a:latin typeface="Calibri"/>
              </a:rPr>
              <a:t>ARTIST SIDE (SUPPLY)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260604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71576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Free 6-month Pro listing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0632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Normally RM 200–500/mo · cap 25 artists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593592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70332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0% commission, first 10 bookings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050791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vs standard 20% · cap 15 artists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581144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469087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Artist referral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0383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RM100 on referee's 5th booking · cap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⚠ Pre-launch dev task: verify promo-code / credit support in admin before Sep 7 (same as other tiers).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WATCH WEEKLY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Risks &amp;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Demand too slow → artists churn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828800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938528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Free 6-month Pro; celebrate every booking publicly; weekly artist check-ins.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16352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35224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Founder bandwidth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2816352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926080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2 batch content days/wk; templates; hire part-time helper from contingency if bookings justify.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03904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22776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No PR / low visibility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3803904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3913632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FB groups + campus + barter nano-KOLs; accept slower ramp — this tier buys proof, not reach.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91456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1032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Paid waste at tiny budget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4791456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4901184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Retargeting only; pause &lt;1.5x ROAS after 2 weeks.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79008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89788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Promo abuse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5779008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5888736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One code per account; cap 100 redemptions.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Guardrails: 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artists idle 14+ days · no-show &lt;15% · artist response &lt;4 hrs · paid cost per booking &lt; RM 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OWNER CHECKLIST + UPGRADE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Execute · Measure · Decide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5A30D"/>
                </a:solidFill>
                <a:latin typeface="Calibri"/>
              </a:rPr>
              <a:t>30-DAY CHECKLIST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Aug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5798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Confirm date + 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24327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97479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Sep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679191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Waitlist + RM30 offer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45535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18687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Sep 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200399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5 wedding bloggers pitched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66744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39896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Sep 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721607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20 anchor artists (gate!)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87952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61104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Oct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24281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DAY 0 — soft launch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09160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782312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Oct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Retargeting ON (week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16916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UPGRADE / DOWNGRADE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103120"/>
            <a:ext cx="1371600" cy="4572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176272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Upgrade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148839"/>
            <a:ext cx="39776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Day-60: ≥8 bookings/wk + CAC ≤ RM 15 + artist retention ≥ 80% → move to Medium (RM 40k) for Q1'27 CNY season.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2624327"/>
            <a:ext cx="1371600" cy="45720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697479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670047"/>
            <a:ext cx="39776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Day-90 GMV/wk &lt; RM 1,500 → diagnose supply/checkout/demand before spending more.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120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REMAINING CHECKLIST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5486400"/>
            <a:ext cx="1234440" cy="384048"/>
          </a:xfrm>
          <a:prstGeom prst="roundRect">
            <a:avLst>
              <a:gd name="adj" fmla="val 25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5532120"/>
            <a:ext cx="1234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Nov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5532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Co-hosted pop-up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5907024"/>
            <a:ext cx="1234440" cy="384048"/>
          </a:xfrm>
          <a:prstGeom prst="roundRect">
            <a:avLst>
              <a:gd name="adj" fmla="val 25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5952744"/>
            <a:ext cx="1234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Dec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595274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Day-60 checkpoint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6327648"/>
            <a:ext cx="1234440" cy="384048"/>
          </a:xfrm>
          <a:prstGeom prst="roundRect">
            <a:avLst>
              <a:gd name="adj" fmla="val 25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6373368"/>
            <a:ext cx="1234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Jan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637336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Day-90 review → upgrade decision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349240"/>
            <a:ext cx="539496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486400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GA4/Meta events verified Sep 7 · referral live Oct 5 · founder batches content Mon + Thu.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1148085908000" cy="128016"/>
          </a:xfrm>
          <a:prstGeom prst="rect">
            <a:avLst/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554480"/>
            <a:ext cx="3931920" cy="3931920"/>
          </a:xfrm>
          <a:prstGeom prst="ellipse">
            <a:avLst/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371600" y="4754880"/>
            <a:ext cx="3566160" cy="356616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Prove it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A3AF"/>
                </a:solidFill>
                <a:latin typeface="Calibri"/>
              </a:rPr>
              <a:t>Full plan: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docs/launch-marketing-plan-low.md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   ·   Tiers: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docs/launch-marketing-plan-tiers.md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11D48"/>
                </a:solidFill>
                <a:latin typeface="Calibri"/>
              </a:rPr>
              <a:t>Next step: 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run the 10-item founder checklist; the Day-60 checkpoint decides whether Leish! earns the Medium budget for CNY season.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9CA3AF"/>
                </a:solidFill>
                <a:latin typeface="Calibri"/>
              </a:rPr>
              <a:t>#BookBeautyAnywhere  ·  #NeverDMForADate  ·  Your Beauty, Perfected.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Leish! Launch Marketing Plan — Low Budget (Bootstrap)</dc:title>
  <dc:subject>90-day go-to-market plan — Oct 5, 2026</dc:subject>
  <dc:creator>Leish! (leish.my)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